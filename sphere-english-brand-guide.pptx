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C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6E">
              <a:alpha val="70000"/>
            </a:srgbClr>
          </a:solidFill>
          <a:ln w="12700">
            <a:solidFill>
              <a:srgbClr val="152C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914400"/>
            <a:ext cx="3657600" cy="3657600"/>
          </a:xfrm>
          <a:prstGeom prst="ellipse">
            <a:avLst/>
          </a:prstGeom>
          <a:solidFill>
            <a:srgbClr val="13A9E0">
              <a:alpha val="15000"/>
            </a:srgbClr>
          </a:solidFill>
          <a:ln w="12700">
            <a:solidFill>
              <a:srgbClr val="13A9E0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640080"/>
            <a:ext cx="1371600" cy="13716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English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4727448" y="3566160"/>
            <a:ext cx="2743200" cy="54864"/>
          </a:xfrm>
          <a:prstGeom prst="rect">
            <a:avLst/>
          </a:prstGeom>
          <a:solidFill>
            <a:srgbClr val="13A9E0"/>
          </a:solidFill>
          <a:ln w="12700">
            <a:solidFill>
              <a:srgbClr val="13A9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7490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Kimlik Kılavuzu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429768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Guide · 2025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630936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İngilizce öğreniminde yeni nesil deneyim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274320" cy="0"/>
          </a:xfrm>
          <a:prstGeom prst="line">
            <a:avLst/>
          </a:prstGeom>
          <a:noFill/>
          <a:ln w="25400">
            <a:solidFill>
              <a:srgbClr val="13A9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KIMLIĞI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Olduğumuz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4552" cy="1371600"/>
          </a:xfrm>
          <a:prstGeom prst="roundRect">
            <a:avLst>
              <a:gd name="adj" fmla="val 1000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"İngilizceyi sadece bir beceri olarak değil, dünyaya açılan bir kapı olarak görüyoruz. Her öğrenciye kişiselleştirilmiş, etkili ve ilham verici bir öğrenme deneyimi sunmak için buradayız."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Profesyonel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4069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standartlı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içeriği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88036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4069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destekli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telaffuz koçu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88036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Erişilebilir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4069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seviyeden öğrenciye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müfredat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61120" y="288036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96112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Odaklı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98280" y="40690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Ölçülebilir ilerleme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başarı takibi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274320" cy="0"/>
          </a:xfrm>
          <a:prstGeom prst="line">
            <a:avLst/>
          </a:prstGeom>
          <a:noFill/>
          <a:ln w="25400">
            <a:solidFill>
              <a:srgbClr val="13A9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SISTEMI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Paleti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152C55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Lacivert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Navy  ·  #1e3a6e  ·  RGB 30, 58, 110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0D7BAB"/>
          </a:solidFill>
          <a:ln w="12700">
            <a:solidFill>
              <a:srgbClr val="13A9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Turkuaz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Turquoise  ·  #13a9e0  ·  RGB 19, 169, 224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TONAL ÖLÇEK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8EE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#e8eef8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50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15768" y="37490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C5D3E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#c5d3ed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100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74336" y="37490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8BA7D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#8ba7d9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200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232904" y="37490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4E77B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2904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#4e77be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400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491472" y="37490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3A6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91472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#1e3a6e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700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DESTEKLEYİCİ RENKLER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349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349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 #22c55e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5760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cevap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52120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5349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5349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Uyarı  #f59e0b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29000" y="5760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notu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26480" y="52120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5349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5349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 #ef4444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5760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cevap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61120" y="521208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98280" y="5349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0" y="5349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Nötr  #64748b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98280" y="5760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İkincil metin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274320" cy="0"/>
          </a:xfrm>
          <a:prstGeom prst="line">
            <a:avLst/>
          </a:prstGeom>
          <a:noFill/>
          <a:ln w="25400">
            <a:solidFill>
              <a:srgbClr val="13A9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 Tipi Sistemi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D6F1FB"/>
          </a:solidFill>
          <a:ln w="12700">
            <a:solidFill>
              <a:srgbClr val="D6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 Fontu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· 900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Küresel Öğrenme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· 700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İngilizce Becerilerinizi Geliştirin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297680"/>
            <a:ext cx="5212080" cy="411480"/>
          </a:xfrm>
          <a:prstGeom prst="roundRect">
            <a:avLst>
              <a:gd name="adj" fmla="val 17778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'Outfit', sans-serif   ·   weights: 400, 600, 700, 800, 900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45352" y="132588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14630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4630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Gövde Fontu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28232" y="1828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Jakarta Sans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28232" y="2514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SemiBold · 600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28232" y="2743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Telaffuz Koçunuzla Çalışın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28232" y="310896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· 400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28232" y="329184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destekli telaffuz koçumuz sayesinde İngilizce konuşma becerilerinizi hızla geliştirin.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82512" y="4297680"/>
            <a:ext cx="5212080" cy="411480"/>
          </a:xfrm>
          <a:prstGeom prst="roundRect">
            <a:avLst>
              <a:gd name="adj" fmla="val 17778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'Plus Jakarta Sans', sans-serif   ·   weights: 300, 400, 500, 600, 700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5120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TİPOGRAFİ ÖLÇEĞİ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5440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Hero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2024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İngilizce Öğrenmenin En İyi Yolu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5806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20240" y="58064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 Kataloğu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57200" y="6172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920240" y="6172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Derse devam ederek günlük hedeflerinize ulaşın.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274320" cy="0"/>
          </a:xfrm>
          <a:prstGeom prst="line">
            <a:avLst/>
          </a:prstGeom>
          <a:noFill/>
          <a:ln w="25400">
            <a:solidFill>
              <a:srgbClr val="13A9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SISTEMI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ve Kullanım Kuralları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RESMİ LOGO VARYASYONLARI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4114800" cy="1554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611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Yatay Tam Logo — Koyu Zemin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Birincil kullanım · Header, sunum, broşür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45352" y="1645920"/>
            <a:ext cx="5486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114800" cy="1554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45352" y="3611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Yatay Tam Logo — Açık Zemin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245352" y="384048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sitesi, e-posta imzası, doküman başlığı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57200" y="420624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389120"/>
            <a:ext cx="1828800" cy="1828800"/>
          </a:xfrm>
          <a:prstGeom prst="ellipse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06240" y="4480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 · S Monogram — İkon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Favicon, uygulama ikonu, sosyal medya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206240" y="530352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5394960"/>
            <a:ext cx="3383280" cy="9144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8074152" y="5303520"/>
            <a:ext cx="37490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5394960"/>
            <a:ext cx="3383280" cy="9144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06240" y="64465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 · Yatay Metin Logo · Koyu &amp; Açık Zemin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274320" cy="0"/>
          </a:xfrm>
          <a:prstGeom prst="line">
            <a:avLst/>
          </a:prstGeom>
          <a:noFill/>
          <a:ln w="25400">
            <a:solidFill>
              <a:srgbClr val="13A9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SISTEMI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 Logo Varyasyonları &amp; Kurallar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457200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Metin Logo — Koyu Zemin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 kullanım · İkon kullanılamadığında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245352" y="13258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5E7E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572000" cy="1554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45352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· Metin Logo — Açık Zemin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Belgeler, sertifikalar, slayt footer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57200" y="3840480"/>
            <a:ext cx="5486400" cy="2788920"/>
          </a:xfrm>
          <a:prstGeom prst="roundRect">
            <a:avLst>
              <a:gd name="adj" fmla="val 3279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3977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DOĞRU KULLANIM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7724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Onaylı renklerle kullanın (koyu veya açık zemin)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7724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Minimum 120px genişlikte tam logo kullanın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77240" y="5166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Logo etrafında minimum boşluk bırakın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77240" y="5577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Orijinal dosyaları kullanın (SVG veya PNG @2x)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77240" y="5989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Yalnızca marka assetlerinden indirin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45352" y="3840480"/>
            <a:ext cx="5486400" cy="2788920"/>
          </a:xfrm>
          <a:prstGeom prst="roundRect">
            <a:avLst>
              <a:gd name="adj" fmla="val 3279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28232" y="3977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YANLIŞ KULLANIM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565392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Logoyu uzatmayın veya sıkıştırmayın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565392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Marka dışı renkler kullanmayın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565392" y="5166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Efekt, gölge veya filtre uygulamayın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565392" y="5577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Logoyu döndürmeyin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565392" y="5989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Metnin üzerine yerleştirmeyin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274320" cy="0"/>
          </a:xfrm>
          <a:prstGeom prst="line">
            <a:avLst/>
          </a:prstGeom>
          <a:noFill/>
          <a:ln w="25400">
            <a:solidFill>
              <a:srgbClr val="13A9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SESI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&amp; Ton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5760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Güvenilir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Bilgili ama gösteriş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yapmayan. Uzman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ulaşılabilir.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347472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566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"Bu derste öğrendiklerinizi hemen kullanabilirsiniz."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"Paradigma değiştiren metodolojimiz..."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70832" y="1325880"/>
            <a:ext cx="365760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370832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Teşvik Edici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53712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Öğrenciyi cesaretlendiren,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destekleyen,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motive eden.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07992" y="347472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3566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"Harika ilerliyorsunuz! 3 gün üst üste ders tamamladınız."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99432" y="4297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"Eksik kalan 47 dersiniz var."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84464" y="1325880"/>
            <a:ext cx="3657600" cy="5303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84464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💎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284464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&amp; Sade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67344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Açık, anlaşılır,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jargon kullanmayan,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doğrudan.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21624" y="347472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13064" y="3566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"Bugünkü hedefiniz: 15 kelime öğrenmek."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13064" y="42976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"Optimal leksik edinim sürecini optimize edin."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6858000"/>
            <a:ext cx="11274552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949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Resmi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114800" y="6949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Samimi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" y="7223760"/>
            <a:ext cx="5212080" cy="109728"/>
          </a:xfrm>
          <a:prstGeom prst="roundRect">
            <a:avLst>
              <a:gd name="adj" fmla="val 50000"/>
            </a:avLst>
          </a:prstGeom>
          <a:solidFill>
            <a:srgbClr val="13A9E0"/>
          </a:solidFill>
          <a:ln w="12700">
            <a:solidFill>
              <a:srgbClr val="13A9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7168896"/>
            <a:ext cx="201168" cy="201168"/>
          </a:xfrm>
          <a:prstGeom prst="ellipse">
            <a:avLst/>
          </a:prstGeom>
          <a:solidFill>
            <a:srgbClr val="13A9E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6949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Basit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875520" y="6949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Teknik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0" y="7223760"/>
            <a:ext cx="5212080" cy="109728"/>
          </a:xfrm>
          <a:prstGeom prst="roundRect">
            <a:avLst>
              <a:gd name="adj" fmla="val 5000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7168896"/>
            <a:ext cx="201168" cy="201168"/>
          </a:xfrm>
          <a:prstGeom prst="ellipse">
            <a:avLst/>
          </a:prstGeom>
          <a:solidFill>
            <a:srgbClr val="1E3A6E"/>
          </a:solidFill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274320" cy="0"/>
          </a:xfrm>
          <a:prstGeom prst="line">
            <a:avLst/>
          </a:prstGeom>
          <a:noFill/>
          <a:ln w="25400">
            <a:solidFill>
              <a:srgbClr val="13A9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UI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Bileşen Dili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4552" cy="1280160"/>
          </a:xfrm>
          <a:prstGeom prst="roundRect">
            <a:avLst>
              <a:gd name="adj" fmla="val 7143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BUTONLAR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3A9E0"/>
          </a:solidFill>
          <a:ln w="12700">
            <a:solidFill>
              <a:srgbClr val="13A9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Derse Başla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0" y="1691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 Ol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691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13A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Detayları Gör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77840" y="1691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İptal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691640"/>
            <a:ext cx="1371600" cy="411480"/>
          </a:xfrm>
          <a:prstGeom prst="roundRect">
            <a:avLst>
              <a:gd name="adj" fmla="val 22222"/>
            </a:avLst>
          </a:prstGeom>
          <a:solidFill>
            <a:srgbClr val="2A4E8A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6916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CTA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KARTLAR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1752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📖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D6F1FB"/>
          </a:solidFill>
          <a:ln w="12700">
            <a:solidFill>
              <a:srgbClr val="D6F1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062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Temel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" y="4526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İngilizce Konuşma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937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ders · 8 saat · Sertifikalı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5257800"/>
            <a:ext cx="3291840" cy="137160"/>
          </a:xfrm>
          <a:prstGeom prst="roundRect">
            <a:avLst>
              <a:gd name="adj" fmla="val 46667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5257800"/>
            <a:ext cx="2148840" cy="137160"/>
          </a:xfrm>
          <a:prstGeom prst="roundRect">
            <a:avLst>
              <a:gd name="adj" fmla="val 46667"/>
            </a:avLst>
          </a:prstGeom>
          <a:solidFill>
            <a:srgbClr val="13A9E0"/>
          </a:solidFill>
          <a:ln w="12700">
            <a:solidFill>
              <a:srgbClr val="13A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557784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13A9E0"/>
          </a:solidFill>
          <a:ln w="12700">
            <a:solidFill>
              <a:srgbClr val="13A9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5577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Devam 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15968" y="301752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10896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48056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Öğrenilen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448056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80560" y="6035040"/>
            <a:ext cx="3291840" cy="18288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0560" y="6035040"/>
            <a:ext cx="2633472" cy="182880"/>
          </a:xfrm>
          <a:prstGeom prst="roundRect">
            <a:avLst>
              <a:gd name="adj" fmla="val 50000"/>
            </a:avLst>
          </a:prstGeom>
          <a:solidFill>
            <a:srgbClr val="13A9E0"/>
          </a:solidFill>
          <a:ln w="12700">
            <a:solidFill>
              <a:srgbClr val="13A9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80560" y="6309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hedef: 60 kelime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65592" y="301752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21040" y="3154680"/>
            <a:ext cx="777240" cy="77724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3154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8972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Ceren Erdoğan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89720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Seviye · 124 gün serisi 🔥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321040" y="4114800"/>
            <a:ext cx="960120" cy="777240"/>
          </a:xfrm>
          <a:prstGeom prst="roundRect">
            <a:avLst>
              <a:gd name="adj" fmla="val 9412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41605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321040" y="45262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436608" y="4114800"/>
            <a:ext cx="960120" cy="777240"/>
          </a:xfrm>
          <a:prstGeom prst="roundRect">
            <a:avLst>
              <a:gd name="adj" fmla="val 9412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36608" y="41605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436608" y="45262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552176" y="4114800"/>
            <a:ext cx="960120" cy="777240"/>
          </a:xfrm>
          <a:prstGeom prst="roundRect">
            <a:avLst>
              <a:gd name="adj" fmla="val 9412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52176" y="41605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0552176" y="45262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66344"/>
            <a:ext cx="274320" cy="0"/>
          </a:xfrm>
          <a:prstGeom prst="line">
            <a:avLst/>
          </a:prstGeom>
          <a:noFill/>
          <a:ln w="25400">
            <a:solidFill>
              <a:srgbClr val="13A9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365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3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DIL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 &amp; İkonografi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📸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 Stili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 ışıkta çekilmiş, gerçekçi öğrenme anları. Stüdyo yerine gerçek ortamlar tercih edilir.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E3A6E">
              <a:alpha val="10000"/>
            </a:srgbClr>
          </a:solidFill>
          <a:ln w="12700">
            <a:solidFill>
              <a:srgbClr val="1E3A6E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6576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Aydınlık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91640" y="36576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E3A6E">
              <a:alpha val="10000"/>
            </a:srgbClr>
          </a:solidFill>
          <a:ln w="12700">
            <a:solidFill>
              <a:srgbClr val="1E3A6E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36576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Gerçekçi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0" y="36576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E3A6E">
              <a:alpha val="10000"/>
            </a:srgbClr>
          </a:solidFill>
          <a:ln w="12700">
            <a:solidFill>
              <a:srgbClr val="1E3A6E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6576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Çeşitlilik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370832" y="132588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370832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İllüstrasyon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53712" y="2560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 renkli, geometrik formlar. Navy ve turkuaz tonları ağırlıklı. Minimal çizgi kalınlığı.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53712" y="36576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E3A6E">
              <a:alpha val="10000"/>
            </a:srgbClr>
          </a:solidFill>
          <a:ln w="12700">
            <a:solidFill>
              <a:srgbClr val="1E3A6E">
                <a:alpha val="1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36576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Geometrik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05272" y="36576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E3A6E">
              <a:alpha val="10000"/>
            </a:srgbClr>
          </a:solidFill>
          <a:ln w="12700">
            <a:solidFill>
              <a:srgbClr val="1E3A6E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05272" y="36576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 Renk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56832" y="36576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E3A6E">
              <a:alpha val="10000"/>
            </a:srgbClr>
          </a:solidFill>
          <a:ln w="12700">
            <a:solidFill>
              <a:srgbClr val="1E3A6E">
                <a:alpha val="1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36576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284464" y="132588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4464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284464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İkonografi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67344" y="2560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ikonu seti kullanılır. 2px stroke kalınlığı standarttır. Renkler marka paletinden seçilir.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67344" y="36576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E3A6E">
              <a:alpha val="10000"/>
            </a:srgbClr>
          </a:solidFill>
          <a:ln w="12700">
            <a:solidFill>
              <a:srgbClr val="1E3A6E">
                <a:alpha val="1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67344" y="36576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518904" y="36576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E3A6E">
              <a:alpha val="10000"/>
            </a:srgbClr>
          </a:solidFill>
          <a:ln w="12700">
            <a:solidFill>
              <a:srgbClr val="1E3A6E">
                <a:alpha val="1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18904" y="36576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2px Stroke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570464" y="36576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E3A6E">
              <a:alpha val="10000"/>
            </a:srgbClr>
          </a:solidFill>
          <a:ln w="12700">
            <a:solidFill>
              <a:srgbClr val="1E3A6E">
                <a:alpha val="1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70464" y="365760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Rengi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5166360"/>
            <a:ext cx="1127455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257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İKON KULLANIM ÖRNEKLERİ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0080" y="55321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577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640080" y="6080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Küresel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39112" y="55321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39112" y="5577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2039112" y="6080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438144" y="55321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38144" y="5577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3438144" y="6080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Telaffuz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37176" y="55321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7176" y="5577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4837176" y="6080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36208" y="55321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6208" y="5577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6236208" y="6080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635240" y="55321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35240" y="5577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7635240" y="6080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İlerleme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034272" y="55321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34272" y="5577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9034272" y="6080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0433304" y="553212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433304" y="5577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10433304" y="6080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Tamamlandı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C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914400"/>
            <a:ext cx="3657600" cy="3657600"/>
          </a:xfrm>
          <a:prstGeom prst="ellipse">
            <a:avLst/>
          </a:prstGeom>
          <a:solidFill>
            <a:srgbClr val="13A9E0">
              <a:alpha val="15000"/>
            </a:srgbClr>
          </a:solidFill>
          <a:ln w="12700">
            <a:solidFill>
              <a:srgbClr val="13A9E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3A9E0">
              <a:alpha val="10000"/>
            </a:srgbClr>
          </a:solidFill>
          <a:ln w="12700">
            <a:solidFill>
              <a:srgbClr val="13A9E0">
                <a:alpha val="1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097280"/>
            <a:ext cx="1371600" cy="13716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English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4956048" y="3749040"/>
            <a:ext cx="2286000" cy="54864"/>
          </a:xfrm>
          <a:prstGeom prst="rect">
            <a:avLst/>
          </a:prstGeom>
          <a:solidFill>
            <a:srgbClr val="13A9E0"/>
          </a:solidFill>
          <a:ln w="12700">
            <a:solidFill>
              <a:srgbClr val="13A9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93192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 Kimlik Kılavuzu · 2025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48056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app.sphereenglish.com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Sphere English — Kurumsal Kimlik Kılavuzu</dc:title>
  <dc:subject>PptxGenJS Presentation</dc:subject>
  <dc:creator>Sphere English</dc:creator>
  <cp:lastModifiedBy>Sphere English</cp:lastModifiedBy>
  <cp:revision>1</cp:revision>
  <dcterms:created xsi:type="dcterms:W3CDTF">2026-04-07T20:08:20Z</dcterms:created>
  <dcterms:modified xsi:type="dcterms:W3CDTF">2026-04-07T20:08:20Z</dcterms:modified>
</cp:coreProperties>
</file>